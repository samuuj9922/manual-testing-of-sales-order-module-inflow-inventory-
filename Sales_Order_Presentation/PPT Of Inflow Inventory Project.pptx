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9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embeddedFontLst>
    <p:embeddedFont>
      <p:font typeface="Gelasio" panose="020B0604020202020204" charset="0"/>
      <p:regular r:id="rId17"/>
    </p:embeddedFont>
    <p:embeddedFont>
      <p:font typeface="Gelasio Bold" panose="020B0604020202020204" charset="0"/>
      <p:regular r:id="rId18"/>
    </p:embeddedFont>
    <p:embeddedFont>
      <p:font typeface="Gelasio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1T18:23:17.837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58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59008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In-flow Inventory Software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532757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Sales Order Module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925119" y="309971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Presented By: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Samruddhi Jagtap | Shubham Dhone | Om Deshmukh | Suraj Patil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610" y="377205"/>
            <a:ext cx="3291706" cy="4389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29456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Explanation Of Project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96119" y="1011808"/>
            <a:ext cx="4722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InFlow Inventory Software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496119" y="1554584"/>
            <a:ext cx="4722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InFlow Inventory</a:t>
            </a: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is inventory management software that helps businesses manage stock, sales, purchases, customers, and suppliers in one place.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136874"/>
            <a:ext cx="2294855" cy="24770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8663" y="2293218"/>
            <a:ext cx="19059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28663" y="2587526"/>
            <a:ext cx="1905967" cy="187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Tracks inventory in real time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Reduces manual work and errors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Automates orders and invoicing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Saves time across daily operations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952" y="2136874"/>
            <a:ext cx="2294930" cy="24770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56496" y="2293218"/>
            <a:ext cx="19060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Helps Businesses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156496" y="2587526"/>
            <a:ext cx="1906042" cy="143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Monitor available stock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Record customer orders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 suppliers and purchases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Track deliveries and generate invoices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97928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Roles and Responsibilities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63487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Project: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Manual Testing of InFlow Inventory Software  | 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Module: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Sales Order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407444"/>
            <a:ext cx="979661" cy="215354"/>
          </a:xfrm>
          <a:prstGeom prst="roundRect">
            <a:avLst>
              <a:gd name="adj" fmla="val 7900"/>
            </a:avLst>
          </a:prstGeom>
          <a:solidFill>
            <a:srgbClr val="ECE6DF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2449934"/>
            <a:ext cx="126675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LEADER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2782267"/>
            <a:ext cx="21884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Requirement Analysis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Scenario Distribution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Coordination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 Case Review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Progress Monitoring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35201" y="2407444"/>
            <a:ext cx="109820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0256" y="2449934"/>
            <a:ext cx="138529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MEMBERS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035201" y="2782267"/>
            <a:ext cx="21884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Requirement Analysis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 Case Preparation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 Execution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Bug Reporting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7031"/>
            <a:ext cx="2649364" cy="2649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63677" y="516880"/>
            <a:ext cx="518889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Explanation of Modules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463677" y="964853"/>
            <a:ext cx="5188893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Sales Order Module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463677" y="1402407"/>
            <a:ext cx="5188893" cy="692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 Sales Order is a document created when a customer places an order to buy products from a company.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contains all the details about the customer's order, such as: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463677" y="2199754"/>
            <a:ext cx="5188893" cy="161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Customer information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Products ordered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Quantity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Price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Taxes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Shipping details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Total amount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63677" y="3946475"/>
            <a:ext cx="5188893" cy="665559"/>
          </a:xfrm>
          <a:prstGeom prst="roundRect">
            <a:avLst>
              <a:gd name="adj" fmla="val 2896"/>
            </a:avLst>
          </a:prstGeom>
          <a:solidFill>
            <a:srgbClr val="ECE6D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116" y="4127897"/>
            <a:ext cx="160586" cy="1284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1140" y="4083323"/>
            <a:ext cx="464299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 simple words:</a:t>
            </a: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"A Sales Order is a record of what the customer wants to purchase."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489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Defects Found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150293"/>
            <a:ext cx="777553" cy="212006"/>
          </a:xfrm>
          <a:prstGeom prst="roundRect">
            <a:avLst>
              <a:gd name="adj" fmla="val 7899"/>
            </a:avLst>
          </a:prstGeom>
          <a:solidFill>
            <a:srgbClr val="ECE6DF"/>
          </a:solidFill>
          <a:ln/>
        </p:spPr>
      </p:sp>
      <p:sp>
        <p:nvSpPr>
          <p:cNvPr id="4" name="Text 2"/>
          <p:cNvSpPr/>
          <p:nvPr/>
        </p:nvSpPr>
        <p:spPr>
          <a:xfrm>
            <a:off x="579834" y="1192113"/>
            <a:ext cx="1067321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BUG B_004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43397" y="1150293"/>
            <a:ext cx="2042071" cy="212006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7113" y="1192113"/>
            <a:ext cx="233183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SEVERITY &amp; HIGH PRIORITY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417216"/>
            <a:ext cx="81517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1. High Severity and High Priority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496119" y="1972121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0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Test Scenario:</a:t>
            </a: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The fields in the dialog box should be not editable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63829" y="2439963"/>
            <a:ext cx="57678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77306" y="3061915"/>
            <a:ext cx="1820094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24428" y="3061915"/>
            <a:ext cx="10363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EBB895-B6CE-1ED9-74AE-BE6E11B5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99629"/>
            <a:ext cx="9144000" cy="16311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4DDDDA-07B8-EF08-F4DB-DB1B0336D3F5}"/>
              </a:ext>
            </a:extLst>
          </p:cNvPr>
          <p:cNvSpPr txBox="1"/>
          <p:nvPr/>
        </p:nvSpPr>
        <p:spPr>
          <a:xfrm>
            <a:off x="2757267" y="199224"/>
            <a:ext cx="4572000" cy="441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Screenshot :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65CA3-9AF7-AE76-D2B0-1EDB0B7DD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5122"/>
            <a:ext cx="9144000" cy="319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0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177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Defects Found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28279"/>
            <a:ext cx="774278" cy="215354"/>
          </a:xfrm>
          <a:prstGeom prst="roundRect">
            <a:avLst>
              <a:gd name="adj" fmla="val 7900"/>
            </a:avLst>
          </a:prstGeom>
          <a:solidFill>
            <a:srgbClr val="ECE6DF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1270769"/>
            <a:ext cx="106136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BUG B_001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41239" y="1228279"/>
            <a:ext cx="202577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6294" y="1270769"/>
            <a:ext cx="23128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LOW SEVERITY &amp; HIGH PRIORITY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500336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2. Low Severity and High Priority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8747" y="184048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Test Scenario: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It should accept alphanumeric characters.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77845" y="3186187"/>
            <a:ext cx="1080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0CEB74F-1E9C-C723-8F06-DC8053396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3" y="2296864"/>
            <a:ext cx="9041777" cy="18781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9FEB878-41FF-5EFB-7932-0810FBF85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8136"/>
            <a:ext cx="9144000" cy="98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6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89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Defects Found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011510"/>
            <a:ext cx="616744" cy="188565"/>
          </a:xfrm>
          <a:prstGeom prst="roundRect">
            <a:avLst>
              <a:gd name="adj" fmla="val 7894"/>
            </a:avLst>
          </a:prstGeom>
          <a:solidFill>
            <a:srgbClr val="ECE6DF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1048717"/>
            <a:ext cx="92511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BUG B_01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6119" y="1243459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3. Low Severity and Low Priority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96119" y="1716286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Test Scenario:</a:t>
            </a: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All Characters cannot be spaces.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5A4E7C5-953A-A577-AB58-36D5A92B273C}"/>
                  </a:ext>
                </a:extLst>
              </p14:cNvPr>
              <p14:cNvContentPartPr/>
              <p14:nvPr/>
            </p14:nvContentPartPr>
            <p14:xfrm>
              <a:off x="1427705" y="2609391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5A4E7C5-953A-A577-AB58-36D5A92B27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3705" y="250175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F88F5BF-4ED8-DFF4-4DC4-9E9E50A00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371605"/>
            <a:ext cx="9144000" cy="1342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AA2235-1381-B2A4-D99F-048B27DA3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3" y="1118382"/>
            <a:ext cx="8904850" cy="32215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C2A217-21F3-105A-F852-8627F33F6532}"/>
              </a:ext>
            </a:extLst>
          </p:cNvPr>
          <p:cNvSpPr txBox="1"/>
          <p:nvPr/>
        </p:nvSpPr>
        <p:spPr>
          <a:xfrm>
            <a:off x="3242604" y="331420"/>
            <a:ext cx="4572000" cy="441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cs typeface="Gelasio SemiBold" pitchFamily="34" charset="-120"/>
              </a:rPr>
              <a:t>Screenshot: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8572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00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Defect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751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Overview of all defects identified during manual testing of the Sales Order Module.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43795"/>
            <a:ext cx="2622724" cy="1582341"/>
          </a:xfrm>
          <a:prstGeom prst="roundRect">
            <a:avLst>
              <a:gd name="adj" fmla="val 1344"/>
            </a:avLst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28555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B_004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592065"/>
            <a:ext cx="233920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High Severity / High Priority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specific ID column for product — only Item Name or Item Code can be added.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143795"/>
            <a:ext cx="2622724" cy="1582341"/>
          </a:xfrm>
          <a:prstGeom prst="roundRect">
            <a:avLst>
              <a:gd name="adj" fmla="val 1344"/>
            </a:avLst>
          </a:prstGeom>
          <a:solidFill>
            <a:srgbClr val="EEE8DD"/>
          </a:solidFill>
          <a:ln/>
        </p:spPr>
      </p:sp>
      <p:sp>
        <p:nvSpPr>
          <p:cNvPr id="8" name="Text 6"/>
          <p:cNvSpPr/>
          <p:nvPr/>
        </p:nvSpPr>
        <p:spPr>
          <a:xfrm>
            <a:off x="3402360" y="228555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B_001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2360" y="2592065"/>
            <a:ext cx="233920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Low Severity / High Priority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accepts special characters (e.g. ORD@123) instead of rejecting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143795"/>
            <a:ext cx="2622724" cy="1582341"/>
          </a:xfrm>
          <a:prstGeom prst="roundRect">
            <a:avLst>
              <a:gd name="adj" fmla="val 1344"/>
            </a:avLst>
          </a:prstGeom>
          <a:solidFill>
            <a:srgbClr val="EEE8DD"/>
          </a:solidFill>
          <a:ln/>
        </p:spPr>
      </p:sp>
      <p:sp>
        <p:nvSpPr>
          <p:cNvPr id="11" name="Text 9"/>
          <p:cNvSpPr/>
          <p:nvPr/>
        </p:nvSpPr>
        <p:spPr>
          <a:xfrm>
            <a:off x="6166842" y="228555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B_01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66842" y="2592065"/>
            <a:ext cx="233920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Low Severity / Low Priority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field accepts all characters with spaces without displaying an error message.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8856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7842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Challenges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234008"/>
            <a:ext cx="2290465" cy="726430"/>
          </a:xfrm>
          <a:prstGeom prst="roundRect">
            <a:avLst>
              <a:gd name="adj" fmla="val 2927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1375767"/>
            <a:ext cx="20069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Understanding the Sales Order Module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928342" y="1234008"/>
            <a:ext cx="2290539" cy="726430"/>
          </a:xfrm>
          <a:prstGeom prst="roundRect">
            <a:avLst>
              <a:gd name="adj" fmla="val 2927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375767"/>
            <a:ext cx="20070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Difficulty in Task Management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96119" y="2102197"/>
            <a:ext cx="2290465" cy="947886"/>
          </a:xfrm>
          <a:prstGeom prst="roundRect">
            <a:avLst>
              <a:gd name="adj" fmla="val 2243"/>
            </a:avLst>
          </a:prstGeom>
          <a:solidFill>
            <a:srgbClr val="EEE8DD"/>
          </a:solidFill>
          <a:ln/>
        </p:spPr>
      </p:sp>
      <p:sp>
        <p:nvSpPr>
          <p:cNvPr id="10" name="Text 7"/>
          <p:cNvSpPr/>
          <p:nvPr/>
        </p:nvSpPr>
        <p:spPr>
          <a:xfrm>
            <a:off x="637877" y="2243956"/>
            <a:ext cx="200694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Communication Gaps Between Team Members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928342" y="2102197"/>
            <a:ext cx="2290539" cy="947886"/>
          </a:xfrm>
          <a:prstGeom prst="roundRect">
            <a:avLst>
              <a:gd name="adj" fmla="val 2243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3070101" y="2243956"/>
            <a:ext cx="20070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Test Case Review Issues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96119" y="3191842"/>
            <a:ext cx="2290465" cy="726430"/>
          </a:xfrm>
          <a:prstGeom prst="roundRect">
            <a:avLst>
              <a:gd name="adj" fmla="val 2927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637877" y="3333601"/>
            <a:ext cx="20069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Managing Testing Time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928342" y="3191842"/>
            <a:ext cx="2290539" cy="726430"/>
          </a:xfrm>
          <a:prstGeom prst="roundRect">
            <a:avLst>
              <a:gd name="adj" fmla="val 2927"/>
            </a:avLst>
          </a:prstGeom>
          <a:solidFill>
            <a:srgbClr val="EEE8DD"/>
          </a:solidFill>
          <a:ln/>
        </p:spPr>
      </p:sp>
      <p:sp>
        <p:nvSpPr>
          <p:cNvPr id="16" name="Text 13"/>
          <p:cNvSpPr/>
          <p:nvPr/>
        </p:nvSpPr>
        <p:spPr>
          <a:xfrm>
            <a:off x="3070101" y="3333601"/>
            <a:ext cx="20070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Defect Report Review Issues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96119" y="4060031"/>
            <a:ext cx="4722763" cy="504974"/>
          </a:xfrm>
          <a:prstGeom prst="roundRect">
            <a:avLst>
              <a:gd name="adj" fmla="val 4211"/>
            </a:avLst>
          </a:prstGeom>
          <a:solidFill>
            <a:srgbClr val="EEE8DD"/>
          </a:solidFill>
          <a:ln/>
        </p:spPr>
      </p:sp>
      <p:sp>
        <p:nvSpPr>
          <p:cNvPr id="18" name="Text 15"/>
          <p:cNvSpPr/>
          <p:nvPr/>
        </p:nvSpPr>
        <p:spPr>
          <a:xfrm>
            <a:off x="637877" y="4201790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Maintaining Documentation Quality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85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Experience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10469"/>
            <a:ext cx="425946" cy="4259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7721" y="1010469"/>
            <a:ext cx="137457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Team Leadership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57721" y="1269429"/>
            <a:ext cx="1374577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Worked as a Team Leader for the Manual Testing project of the InFlow Inventory – Sales Order Module.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955" y="1010469"/>
            <a:ext cx="425946" cy="4259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29558" y="1010469"/>
            <a:ext cx="137457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Practical Knowledge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129558" y="1463278"/>
            <a:ext cx="1374577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Gained practical experience in understanding software requirements and dividing a module into different functionalities.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791" y="1010469"/>
            <a:ext cx="425946" cy="4259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01394" y="1010469"/>
            <a:ext cx="137457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Team Coordination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201394" y="1463278"/>
            <a:ext cx="1374577" cy="1302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team coordination and communication. Experienced in reviewing test cases and assigning tasks effectively.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28" y="1010469"/>
            <a:ext cx="425946" cy="4259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73230" y="1010469"/>
            <a:ext cx="137465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Defect Management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273230" y="1463278"/>
            <a:ext cx="1374651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Learned how to identify, analyze, and report defects with proper details throughout the testing lifecycle.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982590"/>
            <a:ext cx="425946" cy="42594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7721" y="2982590"/>
            <a:ext cx="137457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Confidence &amp; Growth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057721" y="3435400"/>
            <a:ext cx="1374577" cy="1302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confidence in leading a team and delivering quality work. Learned the importance of collaboration, time management, and documentation.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77680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Vote Of Thanks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432396"/>
            <a:ext cx="19050" cy="999381"/>
          </a:xfrm>
          <a:prstGeom prst="roundRect">
            <a:avLst>
              <a:gd name="adj" fmla="val 60000"/>
            </a:avLst>
          </a:prstGeom>
          <a:solidFill>
            <a:srgbClr val="D3C5B6"/>
          </a:solidFill>
          <a:ln/>
        </p:spPr>
      </p:sp>
      <p:sp>
        <p:nvSpPr>
          <p:cNvPr id="6" name="Text 3"/>
          <p:cNvSpPr/>
          <p:nvPr/>
        </p:nvSpPr>
        <p:spPr>
          <a:xfrm>
            <a:off x="4137720" y="1591866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sincerely thank everyone who supported and guided us throughout this project. Your encouragement and mentorship made this journey truly rewarding.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59124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4066877" y="273300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Our Team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6877" y="303951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Samruddhi Jagtap | Shubham Dhone | Om Deshmukh | Suraj Patil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549848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69160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998119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Manual Testing of InFlow Inventory Software – Sales Order Module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564</Words>
  <Application>Microsoft Office PowerPoint</Application>
  <PresentationFormat>On-screen Show (16:9)</PresentationFormat>
  <Paragraphs>105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Gelasio Bold</vt:lpstr>
      <vt:lpstr>Gelasio SemiBold</vt:lpstr>
      <vt:lpstr>Arial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Suraj Patil</dc:creator>
  <cp:lastModifiedBy>Samruddhi Jagtap</cp:lastModifiedBy>
  <cp:revision>14</cp:revision>
  <dcterms:created xsi:type="dcterms:W3CDTF">2026-07-21T14:56:30Z</dcterms:created>
  <dcterms:modified xsi:type="dcterms:W3CDTF">2026-07-22T16:52:47Z</dcterms:modified>
</cp:coreProperties>
</file>